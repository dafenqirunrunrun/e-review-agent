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68580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6400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Microsoft YaHei"/>
              </a:rPr>
              <a:t>电商图文评论智能治理系统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334155"/>
                </a:solidFill>
                <a:latin typeface="Microsoft YaHei"/>
              </a:defRPr>
            </a:pPr>
            <a:r>
              <a:t>前后台一体化闭环</a:t>
            </a:r>
          </a:p>
          <a:p>
            <a:pPr>
              <a:spcAft>
                <a:spcPts val="700"/>
              </a:spcAft>
              <a:defRPr sz="1900">
                <a:solidFill>
                  <a:srgbClr val="334155"/>
                </a:solidFill>
                <a:latin typeface="Microsoft YaHei"/>
              </a:defRPr>
            </a:pPr>
            <a:r>
              <a:t>Agentic RAG 产品能力</a:t>
            </a:r>
          </a:p>
          <a:p>
            <a:pPr>
              <a:spcAft>
                <a:spcPts val="700"/>
              </a:spcAft>
              <a:defRPr sz="1900">
                <a:solidFill>
                  <a:srgbClr val="334155"/>
                </a:solidFill>
                <a:latin typeface="Microsoft YaHei"/>
              </a:defRPr>
            </a:pPr>
            <a:r>
              <a:t>可观测、可测试、可答辩展示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12648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v1.0.4 Product Introduction / Graduation Defense</a:t>
            </a:r>
          </a:p>
        </p:txBody>
      </p:sp>
      <p:pic>
        <p:nvPicPr>
          <p:cNvPr id="6" name="Picture 5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70221"/>
            <a:ext cx="5897880" cy="33175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02. 业务背景与痛点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电商评论包含文本、评分、图片链接和售后诉求，人工筛查容易遗漏。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负向评论、图文不一致、退款售后等风险需要快速识别并闭环处理。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传统后台只展示列表，缺少自动巡检、风险分级、处理反馈和过程可解释能力。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03. 系统目标与产品定位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定位：前后台一体化电商图文评论智能治理系统。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目标一：真实 H5 用户端评价写入 litemall_comment。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目标二：后台 Agent 自动巡检真实评价并生成风险任务。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目标三：通过 Trace、Eval、Case Knowledge 支撑可解释与可验收。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边界：不接真实支付、物流、退款，不声称生产级 SaaS。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04. 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5941"/>
            <a:ext cx="6629400" cy="3729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H5 用户端、管理后台、Spring Boot API、FastAPI AI 服务和 MySQL 共同组成。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admin-api 与 wx-api 分离部署，AI 服务以 HTTP 能力接入。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测试脚本覆盖服务状态、客户闭环、Agent 框架和最终验收。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05. 用户评价到 Agent 治理闭环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age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5941"/>
            <a:ext cx="6629400" cy="3729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浏览商品到发布评价形成真实业务入口。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Agent 巡检扫描未分析的 litemall_comment。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高风险评论进入风险中心，并在运营处理中心完成人工确认。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06. H5 用户端购买评价链路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h5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82" y="1143000"/>
            <a:ext cx="2049274" cy="4434840"/>
          </a:xfrm>
          <a:prstGeom prst="rect">
            <a:avLst/>
          </a:prstGeom>
        </p:spPr>
      </p:pic>
      <p:pic>
        <p:nvPicPr>
          <p:cNvPr id="6" name="Picture 5" descr="02_h5_demo_produc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761" y="1143000"/>
            <a:ext cx="1943356" cy="4434840"/>
          </a:xfrm>
          <a:prstGeom prst="rect">
            <a:avLst/>
          </a:prstGeom>
        </p:spPr>
      </p:pic>
      <p:pic>
        <p:nvPicPr>
          <p:cNvPr id="7" name="Picture 6" descr="03_h5_order_sub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681" y="1143000"/>
            <a:ext cx="1943356" cy="4434840"/>
          </a:xfrm>
          <a:prstGeom prst="rect">
            <a:avLst/>
          </a:prstGeom>
        </p:spPr>
      </p:pic>
      <p:pic>
        <p:nvPicPr>
          <p:cNvPr id="8" name="Picture 7" descr="07_h5_review_submit_su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601" y="1143000"/>
            <a:ext cx="1943356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715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展示首页、商品详情、订单提交和评价成功。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演示支付用于状态推进，不调用真实支付网关。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07. AI 工作台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admin_a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63" y="1143000"/>
            <a:ext cx="4062192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汇总待分析评论、风险任务、处理状态和趋势。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用于答辩开场展示系统当前运行态。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08. 真实评价进入后台评论列表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admin_comment_list_real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24" y="1143000"/>
            <a:ext cx="288507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H5 发布的评价进入原 litemall_comment。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后台商品评论列表可以看到真实评价。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一键 AI 分析仍可作为手动补充入口。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09. Agent 巡检中心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admin_patrol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36" y="1143000"/>
            <a:ext cx="5951046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支持立即巡检和巡检日志查看。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可扫描 demo_review 与 litemall_comment 两类来源。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巡检结果写入 AI 分析表并触发风险任务。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10. 风险中心与运营处理中心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admin_risk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77" y="1188720"/>
            <a:ext cx="4869285" cy="4389120"/>
          </a:xfrm>
          <a:prstGeom prst="rect">
            <a:avLst/>
          </a:prstGeom>
        </p:spPr>
      </p:pic>
      <p:pic>
        <p:nvPicPr>
          <p:cNvPr id="6" name="Picture 5" descr="13_admin_operation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410" y="1188720"/>
            <a:ext cx="1804778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15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风险中心负责查看高风险评论和建议。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运营处理中心负责人机协同决策、采纳建议和记录反馈。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11. Agentic RAG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ntic_ra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5941"/>
            <a:ext cx="6629400" cy="3729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Review Analyst 解析评论与图片线索。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Case Retriever 检索本地案例知识。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Risk Decision 综合规则和案例证据输出建议。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12. Agent Trace 可观测性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admin_agent_trac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693" y="1143000"/>
            <a:ext cx="1671772" cy="4434840"/>
          </a:xfrm>
          <a:prstGeom prst="rect">
            <a:avLst/>
          </a:prstGeom>
        </p:spPr>
      </p:pic>
      <p:pic>
        <p:nvPicPr>
          <p:cNvPr id="6" name="Picture 5" descr="15_admin_agent_trace_state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33" y="1143000"/>
            <a:ext cx="1671772" cy="4434840"/>
          </a:xfrm>
          <a:prstGeom prst="rect">
            <a:avLst/>
          </a:prstGeom>
        </p:spPr>
      </p:pic>
      <p:pic>
        <p:nvPicPr>
          <p:cNvPr id="7" name="Picture 6" descr="16_admin_agent_trace_role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6773" y="1143000"/>
            <a:ext cx="1671772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5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记录 Agent Run、步骤、状态快照和角色时间线。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用于定位分析失败、解释决策链路和复盘运行过程。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13. Run Replay 与结果对比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admin_agent_trace_repla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51" y="1188720"/>
            <a:ext cx="1654537" cy="4389120"/>
          </a:xfrm>
          <a:prstGeom prst="rect">
            <a:avLst/>
          </a:prstGeom>
        </p:spPr>
      </p:pic>
      <p:pic>
        <p:nvPicPr>
          <p:cNvPr id="6" name="Picture 5" descr="agent_trace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917382"/>
            <a:ext cx="5212080" cy="29317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15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对同一输入进行重放，比较原始运行和重放结果。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用于演示 Agent 行为复盘和版本调整验证。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14. 案例知识库与本地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9_admin_case_knowledge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840" y="1143000"/>
            <a:ext cx="19724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从历史风险和运营处理沉淀案例。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分析时检索相似案例，补充处置依据。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本阶段采用本地关键词检索与降级策略。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15. Agent Eval 质量评估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_admin_agent_eval_quality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904" y="1143000"/>
            <a:ext cx="229231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展示情感、风险类型、风险等级和案例检索指标。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支持质量健康度和工具调用统计。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用于支撑测试报告与答辩可信度。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16. 诊断中心与配置状态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_admin_diagnostics_fail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50" y="1188720"/>
            <a:ext cx="1982538" cy="4389120"/>
          </a:xfrm>
          <a:prstGeom prst="rect">
            <a:avLst/>
          </a:prstGeom>
        </p:spPr>
      </p:pic>
      <p:pic>
        <p:nvPicPr>
          <p:cNvPr id="6" name="Picture 5" descr="21_admin_config_framework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56778"/>
            <a:ext cx="5212080" cy="34530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15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诊断模块展示失败分组和健康状态。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配置页展示当前 Agent 框架模式、RAG 状态和降级信息。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17. 核心数据模型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er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5941"/>
            <a:ext cx="6629400" cy="3729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litemall_comment 作为真实评价入口。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analysis、risk_task、operation_log 形成治理主链路。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agent_run、agent_step、case_knowledge 支撑可观测和 RAG。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18. 测试与验收结果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st_accept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7382"/>
            <a:ext cx="5212080" cy="2931795"/>
          </a:xfrm>
          <a:prstGeom prst="rect">
            <a:avLst/>
          </a:prstGeom>
        </p:spPr>
      </p:pic>
      <p:pic>
        <p:nvPicPr>
          <p:cNvPr id="6" name="Picture 5" descr="22_final_acceptance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718310"/>
            <a:ext cx="5212080" cy="3329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15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最终验收脚本覆盖服务、接口、客户闭环、Agent 框架、质量和数据一致性。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当前封版验收结论为 PASS，不伪造生产能力。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19. 能力对比与创新点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nchmar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5941"/>
            <a:ext cx="6629400" cy="3729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真实电商评价进入 Agent 自动治理，而不是孤立文本分析。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Trace、Replay、Eval、Case Knowledge 提升可解释性。</a:t>
            </a:r>
          </a:p>
          <a:p>
            <a:pPr>
              <a:spcAft>
                <a:spcPts val="7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围绕毕业设计形成可演示、可测试、可写论文的完整系统。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20. 总结、边界与后续方向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84048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E-Review Agent v1.0.4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已完成：H5 真实评价、后台 Agent 巡检、风险任务、运营处理、Dashboard 联动。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已完成：Trace、Replay、Eval、Case Knowledge、诊断、最终验收脚本。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边界：未接真实支付、物流、退款；AI 服务仍可使用规则/Mock/降级模式。</a:t>
            </a:r>
          </a:p>
          <a:p>
            <a:pPr>
              <a:spcAft>
                <a:spcPts val="700"/>
              </a:spcAft>
              <a:defRPr sz="2200">
                <a:solidFill>
                  <a:srgbClr val="334155"/>
                </a:solidFill>
                <a:latin typeface="Microsoft YaHei"/>
              </a:defRPr>
            </a:pPr>
            <a:r>
              <a:t>后续：接入真实模型、分布式任务锁、图片上传、向量数据库和更细粒度权限。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